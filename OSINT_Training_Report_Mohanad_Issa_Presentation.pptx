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Analysis of Dark Ship-to-Ship Transfer Patterns</a:t>
            </a:r>
            <a:br/>
            <a:r>
              <a:t>in the Eastern Mediterranean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SAMPLE OSINT TRAINING REPORT | Portfolio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E2E8F0"/>
                </a:solidFill>
              </a:defRPr>
            </a:pPr>
            <a:r>
              <a:t>Prepared by: Mohanad Issa</a:t>
            </a:r>
            <a:br/>
            <a:r>
              <a:t>Aspiring CTI &amp; OSINT Analyst</a:t>
            </a:r>
            <a:br/>
            <a:r>
              <a:t>Certified: ArcX CTI 101 | Basel OSINT | Google Cybersecurity</a:t>
            </a:r>
            <a:br/>
            <a:br/>
            <a:r>
              <a:t>DISCLAIMER: Training report using simulated &amp; public data for portfolio only. No real vessels accused.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01 | Executive Summary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/>
            </a:pPr>
            <a:r>
              <a:t>Objective:</a:t>
            </a:r>
            <a:br/>
            <a:r>
              <a:t>Analyze common tactics used for dark STS operations to evade sanctions in Eastern Mediterranean using OSINT.</a:t>
            </a:r>
            <a:br/>
            <a:br/>
            <a:r>
              <a:t>Key Findings:</a:t>
            </a:r>
            <a:br/>
            <a:r>
              <a:t>• Most common pattern = AIS gap 48-72h + proximity to sanctioned coastlines</a:t>
            </a:r>
            <a:br/>
            <a:r>
              <a:t>• Open-source imagery verification is critical</a:t>
            </a:r>
            <a:br/>
            <a:r>
              <a:t>• Combination of AIS data + imagery = strongest indicator</a:t>
            </a:r>
            <a:br/>
            <a:br/>
            <a:r>
              <a:t>Confidence Level: N/A - Training Purposes</a:t>
            </a:r>
            <a:br/>
            <a:r>
              <a:t>Classification: UNCLASSIFIED - Training Example</a:t>
            </a:r>
            <a:br/>
            <a:br/>
            <a:r>
              <a:t>Why This Matters:</a:t>
            </a:r>
            <a:br/>
            <a:r>
              <a:t>Companies like Kpler, ZeroFox, Airbus use same methodology.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02 | Methodology &amp; OSINT Tradecraft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914400"/>
            <a:ext cx="6675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Tools Used:</a:t>
            </a:r>
            <a:br/>
            <a:br/>
            <a:r>
              <a:t>• MarineTraffic - Tracking vessel movements &amp; AIS gaps</a:t>
            </a:r>
            <a:br/>
            <a:r>
              <a:t>• VesselFinder - Cross-referencing AIS data</a:t>
            </a:r>
            <a:br/>
            <a:r>
              <a:t>• Google Earth Pro - Geolocation verification</a:t>
            </a:r>
            <a:br/>
            <a:r>
              <a:t>• X Advanced Search - Open imagery discovery</a:t>
            </a:r>
            <a:br/>
            <a:r>
              <a:t>• Canva / PowerPoint - Visualization</a:t>
            </a:r>
            <a:br/>
            <a:br/>
            <a:r>
              <a:t>MITRE ATT&amp;CK Mapping:</a:t>
            </a:r>
            <a:br/>
            <a:r>
              <a:t>Tactic: Defense Evasion</a:t>
            </a:r>
            <a:br/>
            <a:r>
              <a:t>Technique: T1070 - Impair Defenses</a:t>
            </a:r>
            <a:br/>
            <a:br/>
            <a:r>
              <a:t>OSINT Best Practices:</a:t>
            </a:r>
            <a:br/>
            <a:r>
              <a:t>Verification, Cross-referencing, Analytical Assessment, Transparency</a:t>
            </a:r>
            <a:br/>
            <a:br/>
            <a:r>
              <a:t>Skills: AIS Analysis, Geolocation, Timeline, Report Writing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03 | High-Risk Areas - Eastern Mediterranean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04 | Simulated Case Study - Illustrative Scenario (No Real Vessel)</a:t>
            </a:r>
          </a:p>
        </p:txBody>
      </p:sp>
      <p:pic>
        <p:nvPicPr>
          <p:cNvPr id="3" name="Picture 2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822960"/>
            <a:ext cx="548640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93192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Scenario: Tanker A enters region, exhibits 48h AIS gap near Cyprus, open-source image shows two vessels in proximity. This is a FICTIONAL example.</a:t>
            </a:r>
            <a:br/>
            <a:br/>
            <a:r>
              <a:t>Timeline (Simulated Data):</a:t>
            </a:r>
            <a:br/>
            <a:r>
              <a:t>Day 1 | Last AIS signal near Cyprus | MarineTraffic (Illustrative)</a:t>
            </a:r>
            <a:br/>
            <a:r>
              <a:t>Day 2-3 | Dark Period 48h AIS gap | VesselFinder (Simulated)</a:t>
            </a:r>
            <a:br/>
            <a:r>
              <a:t>Day 3 | Open-source image | X Post - Location Verified (Training)</a:t>
            </a:r>
            <a:br/>
            <a:r>
              <a:t>Day 4 | AIS reappears | MarineTraffic</a:t>
            </a:r>
            <a:br/>
            <a:br/>
            <a:r>
              <a:t>Figure 4a: Illustrative Crude Oil Tanker - Training Example | Source: MarineTraffic © PHIL GIBSON - Vessel identity redacted.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05 | Key Indicators, Recommendations &amp; Skills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4864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</a:defRPr>
            </a:pPr>
            <a:r>
              <a:t>Key Indicators of Dark STS:</a:t>
            </a:r>
            <a:br/>
            <a:br/>
            <a:r>
              <a:t>1. Long AIS Gap (&gt;24h) in high-risk zones</a:t>
            </a:r>
            <a:br/>
            <a:r>
              <a:t>2. Proximity to sanctioned coastlines</a:t>
            </a:r>
            <a:br/>
            <a:r>
              <a:t>3. STS-capable vessels in same area</a:t>
            </a:r>
            <a:br/>
            <a:r>
              <a:t>4. Imagery corroboration from open sources</a:t>
            </a:r>
            <a:br/>
            <a:br/>
            <a:r>
              <a:t>Recommendations:</a:t>
            </a:r>
            <a:br/>
            <a:br/>
            <a:r>
              <a:t>• Continuous monitoring of high-risk zones</a:t>
            </a:r>
            <a:br/>
            <a:r>
              <a:t>• Automated AIS anomaly detection</a:t>
            </a:r>
            <a:br/>
            <a:r>
              <a:t>• Analyst training on geolocation</a:t>
            </a:r>
            <a:br/>
            <a:r>
              <a:t>• Integration of satellite imagery + AIS</a:t>
            </a:r>
            <a:br/>
            <a:br/>
            <a:r>
              <a:t>In a real investigation, these would warrant further monitoring.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097280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Skills Demonstrated:</a:t>
            </a:r>
            <a:br/>
            <a:br/>
            <a:r>
              <a:t>- OSINT Collection &amp; Verification</a:t>
            </a:r>
            <a:br/>
            <a:r>
              <a:t>- AIS Data Analysis</a:t>
            </a:r>
            <a:br/>
            <a:r>
              <a:t>- Geolocation &amp; Timeline Analysis</a:t>
            </a:r>
            <a:br/>
            <a:r>
              <a:t>- MITRE ATT&amp;CK Mapping</a:t>
            </a:r>
            <a:br/>
            <a:r>
              <a:t>- Report Writing &amp; Visualization</a:t>
            </a:r>
            <a:br/>
            <a:r>
              <a:t>- Critical Thinking</a:t>
            </a:r>
            <a:br/>
            <a:br/>
            <a:r>
              <a:t>Contact:</a:t>
            </a:r>
            <a:br/>
            <a:r>
              <a:t>Mohanad Issa</a:t>
            </a:r>
            <a:br/>
            <a:r>
              <a:t>Aspiring CTI / OSINT Analyst</a:t>
            </a:r>
            <a:br/>
            <a:r>
              <a:t>Certified: ArcX CTI 101, Basel OSINT, Google Cybersecurity</a:t>
            </a:r>
            <a:br/>
            <a:br/>
            <a:r>
              <a:t>Ready for: SOC Analyst, Threat Intel Analyst, OSINT Analyst (Remote)</a:t>
            </a:r>
            <a:br/>
            <a:br/>
            <a:r>
              <a:t>LinkedIn: Ready to connect</a:t>
            </a:r>
            <a:br/>
            <a:r>
              <a:t>GitHub: Portfolio with sample reports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